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23A09-AFE8-4D2D-811D-4117DF075068}" v="14" dt="2026-03-15T15:56:43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2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6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4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3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2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9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4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62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4022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09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47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39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27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0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34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1896" y="2385143"/>
            <a:ext cx="7772400" cy="1470025"/>
          </a:xfrm>
        </p:spPr>
        <p:txBody>
          <a:bodyPr/>
          <a:lstStyle/>
          <a:p>
            <a:r>
              <a:rPr lang="en-US" dirty="0"/>
              <a:t>SMART IRRIGATION SYSTEM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3987" y="4392562"/>
            <a:ext cx="6400800" cy="1752600"/>
          </a:xfrm>
        </p:spPr>
        <p:txBody>
          <a:bodyPr/>
          <a:lstStyle/>
          <a:p>
            <a:r>
              <a:rPr lang="en-US" dirty="0"/>
              <a:t>ECE 4</a:t>
            </a:r>
            <a:r>
              <a:rPr lang="en-US" baseline="30000" dirty="0"/>
              <a:t>th</a:t>
            </a:r>
            <a:r>
              <a:rPr lang="en-US" dirty="0"/>
              <a:t> SEM</a:t>
            </a:r>
          </a:p>
          <a:p>
            <a:r>
              <a:rPr lang="en-US" dirty="0"/>
              <a:t>Electronics and </a:t>
            </a:r>
            <a:r>
              <a:rPr lang="en-US" dirty="0" err="1"/>
              <a:t>comunication</a:t>
            </a:r>
            <a:endParaRPr dirty="0"/>
          </a:p>
        </p:txBody>
      </p:sp>
      <p:pic>
        <p:nvPicPr>
          <p:cNvPr id="4" name="Google Shape;85;p1">
            <a:extLst>
              <a:ext uri="{FF2B5EF4-FFF2-40B4-BE49-F238E27FC236}">
                <a16:creationId xmlns:a16="http://schemas.microsoft.com/office/drawing/2014/main" id="{3F11CEE7-22F3-0C6E-909C-80C3F0A6E71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70339" y="308844"/>
            <a:ext cx="3991896" cy="312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975" y="604545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73" y="2052925"/>
            <a:ext cx="6711654" cy="4195481"/>
          </a:xfrm>
        </p:spPr>
        <p:txBody>
          <a:bodyPr/>
          <a:lstStyle/>
          <a:p>
            <a:r>
              <a:rPr dirty="0"/>
              <a:t>Smart irrigation helps automate watering using sensors and microcontrollers to reduce water wastage.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17059D31-F573-741C-B481-4314AA2C3BD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6742" y="56296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620" y="418172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irrigation wastes water and requires manual monitoring. Automation improves efficiency.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211EBC1C-48B8-7CEE-7D5F-F900D7C6205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16718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4284" y="562802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Design automatic irrigation system</a:t>
            </a:r>
          </a:p>
          <a:p>
            <a:pPr marL="0" indent="0">
              <a:buNone/>
            </a:pPr>
            <a:r>
              <a:rPr dirty="0"/>
              <a:t>• Monitor soil moisture</a:t>
            </a:r>
          </a:p>
          <a:p>
            <a:pPr marL="0" indent="0">
              <a:buNone/>
            </a:pPr>
            <a:r>
              <a:rPr dirty="0"/>
              <a:t>• Control water pump using Arduino</a:t>
            </a:r>
          </a:p>
          <a:p>
            <a:pPr marL="0" indent="0">
              <a:buNone/>
            </a:pPr>
            <a:r>
              <a:rPr dirty="0"/>
              <a:t>• Reduce water wastage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15C01DD4-BFD9-3430-5E81-067336A9758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181" y="521545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4181" y="1929890"/>
            <a:ext cx="6711654" cy="419548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Arduino Uno</a:t>
            </a:r>
          </a:p>
          <a:p>
            <a:pPr marL="0" indent="0">
              <a:buNone/>
            </a:pPr>
            <a:r>
              <a:rPr dirty="0"/>
              <a:t>• Soil Moisture Sensor</a:t>
            </a:r>
          </a:p>
          <a:p>
            <a:pPr marL="0" indent="0">
              <a:buNone/>
            </a:pPr>
            <a:r>
              <a:rPr dirty="0"/>
              <a:t>• Relay Module</a:t>
            </a:r>
          </a:p>
          <a:p>
            <a:pPr marL="0" indent="0">
              <a:buNone/>
            </a:pPr>
            <a:r>
              <a:rPr dirty="0"/>
              <a:t>• Water Pump</a:t>
            </a:r>
          </a:p>
          <a:p>
            <a:pPr marL="0" indent="0">
              <a:buNone/>
            </a:pPr>
            <a:r>
              <a:rPr dirty="0"/>
              <a:t>• Power Supply</a:t>
            </a:r>
          </a:p>
          <a:p>
            <a:pPr marL="0" indent="0">
              <a:buNone/>
            </a:pPr>
            <a:r>
              <a:rPr dirty="0"/>
              <a:t>• Connecting Wires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E4956F45-BFA6-98B8-5BE1-5938F62F078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4100" y="452718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Sensor measures soil moisture. Arduino reads the value and activates the relay to turn the pump ON/OFF.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5008871D-BBC9-8D2A-9AD2-BD286971A7C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523" y="352244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Soil Moisture Sensor → Arduino → Relay Module → Water Pump → Irrigation System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2937BD21-795A-AD3E-DF1F-C27E1B414F59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3342" y="352244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Agriculture fields</a:t>
            </a:r>
          </a:p>
          <a:p>
            <a:pPr marL="0" indent="0">
              <a:buNone/>
            </a:pPr>
            <a:r>
              <a:rPr dirty="0"/>
              <a:t>• Home gardens</a:t>
            </a:r>
          </a:p>
          <a:p>
            <a:pPr marL="0" indent="0">
              <a:buNone/>
            </a:pPr>
            <a:r>
              <a:rPr dirty="0"/>
              <a:t>• Greenhouses</a:t>
            </a:r>
          </a:p>
          <a:p>
            <a:pPr marL="0" indent="0">
              <a:buNone/>
            </a:pPr>
            <a:r>
              <a:rPr dirty="0"/>
              <a:t>• Smart farming systems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DF3C1887-09B3-03E1-6D33-330D386F149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684" y="352244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Saves water</a:t>
            </a:r>
          </a:p>
          <a:p>
            <a:pPr marL="0" indent="0">
              <a:buNone/>
            </a:pPr>
            <a:r>
              <a:rPr dirty="0"/>
              <a:t>• Reduces manual effort</a:t>
            </a:r>
          </a:p>
          <a:p>
            <a:pPr marL="0" indent="0">
              <a:buNone/>
            </a:pPr>
            <a:r>
              <a:rPr dirty="0"/>
              <a:t>• Improves plant growth</a:t>
            </a:r>
          </a:p>
          <a:p>
            <a:pPr marL="0" indent="0">
              <a:buNone/>
            </a:pPr>
            <a:r>
              <a:rPr dirty="0"/>
              <a:t>• Efficient irrigation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C4AAC7EA-4BF7-2CD6-0D58-BF80A084940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738" y="352244"/>
            <a:ext cx="5674055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938" y="1954603"/>
            <a:ext cx="6711654" cy="419548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IoT monitoring using mobile app</a:t>
            </a:r>
          </a:p>
          <a:p>
            <a:pPr marL="0" indent="0">
              <a:buNone/>
            </a:pPr>
            <a:r>
              <a:rPr dirty="0"/>
              <a:t>• Weather prediction integration</a:t>
            </a:r>
          </a:p>
          <a:p>
            <a:pPr marL="0" indent="0">
              <a:buNone/>
            </a:pPr>
            <a:r>
              <a:rPr dirty="0"/>
              <a:t>• Solar powered irrigation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85AC07AD-81CA-CB32-BB38-C447ADE4C51A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3006" y="352244"/>
            <a:ext cx="7055380" cy="1400530"/>
          </a:xfrm>
        </p:spPr>
        <p:txBody>
          <a:bodyPr/>
          <a:lstStyle/>
          <a:p>
            <a:r>
              <a:rPr lang="en-US" dirty="0"/>
              <a:t>*</a:t>
            </a: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 irrigation automates watering based on soil conditions, conserving water and improving efficiency.</a:t>
            </a:r>
          </a:p>
        </p:txBody>
      </p:sp>
      <p:pic>
        <p:nvPicPr>
          <p:cNvPr id="4" name="Google Shape;92;p2">
            <a:extLst>
              <a:ext uri="{FF2B5EF4-FFF2-40B4-BE49-F238E27FC236}">
                <a16:creationId xmlns:a16="http://schemas.microsoft.com/office/drawing/2014/main" id="{FDA6DC14-22BB-09EE-A62D-EA8C8A6BA27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054100" cy="145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189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SMART IRRIGATION SYSTEM</vt:lpstr>
      <vt:lpstr>*Introduction</vt:lpstr>
      <vt:lpstr>*Problem Statement</vt:lpstr>
      <vt:lpstr>*Objectives</vt:lpstr>
      <vt:lpstr>*Components Used</vt:lpstr>
      <vt:lpstr>*Working Principle</vt:lpstr>
      <vt:lpstr>*Block Diagram</vt:lpstr>
      <vt:lpstr>*Applications</vt:lpstr>
      <vt:lpstr>*Advantages</vt:lpstr>
      <vt:lpstr>*Future Enhancements</vt:lpstr>
      <vt:lpstr>*Conclusion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koushik p</dc:creator>
  <cp:keywords/>
  <dc:description>generated using python-pptx</dc:description>
  <cp:lastModifiedBy>koushik nayak</cp:lastModifiedBy>
  <cp:revision>2</cp:revision>
  <dcterms:created xsi:type="dcterms:W3CDTF">2013-01-27T09:14:16Z</dcterms:created>
  <dcterms:modified xsi:type="dcterms:W3CDTF">2026-03-15T16:23:08Z</dcterms:modified>
  <cp:category/>
</cp:coreProperties>
</file>